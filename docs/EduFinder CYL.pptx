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69817585491968:e45591dcf5f0f47853c54d9bdb5f342e:0:0/7b56dbfa-f432-411a-8469-a30e47b58754/2018969817585491968:e45591dcf5f0f47853c54d9bdb5f342e:0:0_page_1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787" y="762000"/>
            <a:ext cx="6739057" cy="85501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6732"/>
              </a:lnSpc>
              <a:buNone/>
            </a:pPr>
            <a:r>
              <a:rPr lang="en-US" sz="5100" b="1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EduFinder CYL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1218352" y="1628775"/>
            <a:ext cx="11554480" cy="43725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442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Plataforma de Búsqueda de Centros y FP en Castilla y León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0220325" y="5715000"/>
            <a:ext cx="100578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2175"/>
              </a:lnSpc>
              <a:buNone/>
            </a:pPr>
            <a:r>
              <a:rPr lang="en-US" sz="1875" b="1" dirty="0">
                <a:solidFill>
                  <a:srgbClr val="11111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pPr algn="r" indent="0" marL="0">
              <a:lnSpc>
                <a:spcPts val="2175"/>
              </a:lnSpc>
              <a:buNone/>
            </a:pPr>
            <a:r>
              <a:rPr lang="en-US" sz="1875" b="1" dirty="0">
                <a:solidFill>
                  <a:srgbClr val="11111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
</a:t>
            </a:r>
            <a:pPr algn="r" indent="0" marL="0">
              <a:lnSpc>
                <a:spcPts val="2175"/>
              </a:lnSpc>
              <a:buNone/>
            </a:pPr>
            <a:r>
              <a:rPr lang="en-US" sz="1875" b="1" dirty="0">
                <a:solidFill>
                  <a:srgbClr val="11111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2026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1381125" y="5715000"/>
            <a:ext cx="3394621" cy="56405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221"/>
              </a:lnSpc>
              <a:buNone/>
            </a:pPr>
            <a:r>
              <a:rPr lang="en-US" sz="1575" b="1" dirty="0">
                <a:solidFill>
                  <a:srgbClr val="11111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Autores:</a:t>
            </a:r>
            <a:pPr indent="0" marL="0">
              <a:lnSpc>
                <a:spcPts val="2221"/>
              </a:lnSpc>
              <a:buNone/>
            </a:pPr>
            <a:r>
              <a:rPr lang="en-US" sz="1575" b="1" dirty="0">
                <a:solidFill>
                  <a:srgbClr val="11111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2221"/>
              </a:lnSpc>
              <a:buNone/>
            </a:pPr>
            <a:r>
              <a:rPr lang="en-US" sz="1575" b="1" dirty="0">
                <a:solidFill>
                  <a:srgbClr val="111111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Mario Tomé y Raúl Ortega</a:t>
            </a:r>
            <a:endParaRPr lang="en-US" sz="15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69817585491968:e45591dcf5f0f47853c54d9bdb5f342e:0:0/b252e704-bd3e-4c02-95ca-64c098def033/2018969817585491968:e45591dcf5f0f47853c54d9bdb5f342e:0:0_page_2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125" y="447675"/>
            <a:ext cx="2527102" cy="67434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5310"/>
              </a:lnSpc>
              <a:buNone/>
            </a:pPr>
            <a:r>
              <a:rPr lang="en-US" sz="4425" b="1" dirty="0">
                <a:solidFill>
                  <a:srgbClr val="112D40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Índice</a:t>
            </a:r>
            <a:endParaRPr lang="en-US" sz="4425" dirty="0"/>
          </a:p>
        </p:txBody>
      </p:sp>
      <p:sp>
        <p:nvSpPr>
          <p:cNvPr id="4" name="Text 1"/>
          <p:cNvSpPr/>
          <p:nvPr/>
        </p:nvSpPr>
        <p:spPr>
          <a:xfrm>
            <a:off x="657225" y="2571750"/>
            <a:ext cx="7418070" cy="42430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341"/>
              </a:lnSpc>
              <a:buNone/>
            </a:pPr>
            <a:r>
              <a:rPr lang="en-US" sz="2550" b="1" dirty="0">
                <a:solidFill>
                  <a:srgbClr val="1152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Introducción y Problemática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657225" y="3552825"/>
            <a:ext cx="5356027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35"/>
              </a:lnSpc>
              <a:buNone/>
            </a:pPr>
            <a:r>
              <a:rPr lang="en-US" sz="2775" b="1" dirty="0">
                <a:solidFill>
                  <a:srgbClr val="1152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Stack Tecnológico</a:t>
            </a:r>
            <a:endParaRPr lang="en-US" sz="2775" dirty="0"/>
          </a:p>
        </p:txBody>
      </p:sp>
      <p:sp>
        <p:nvSpPr>
          <p:cNvPr id="6" name="Text 3"/>
          <p:cNvSpPr/>
          <p:nvPr/>
        </p:nvSpPr>
        <p:spPr>
          <a:xfrm>
            <a:off x="657225" y="4514850"/>
            <a:ext cx="7556302" cy="43666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439"/>
              </a:lnSpc>
              <a:buNone/>
            </a:pPr>
            <a:r>
              <a:rPr lang="en-US" sz="2625" b="1" dirty="0">
                <a:solidFill>
                  <a:srgbClr val="1152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Funcionalidades Principales</a:t>
            </a:r>
            <a:endParaRPr lang="en-US" sz="2625" dirty="0"/>
          </a:p>
        </p:txBody>
      </p:sp>
      <p:sp>
        <p:nvSpPr>
          <p:cNvPr id="7" name="Text 4"/>
          <p:cNvSpPr/>
          <p:nvPr/>
        </p:nvSpPr>
        <p:spPr>
          <a:xfrm>
            <a:off x="657225" y="5495925"/>
            <a:ext cx="6399550" cy="44916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537"/>
              </a:lnSpc>
              <a:buNone/>
            </a:pPr>
            <a:r>
              <a:rPr lang="en-US" sz="2700" b="1" dirty="0">
                <a:solidFill>
                  <a:srgbClr val="1152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Conclusiones y Futuro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1210568" y="6429375"/>
            <a:ext cx="4021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112D40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16:9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69817585491968:e45591dcf5f0f47853c54d9bdb5f342e:0:0/d3c602b1-b2e0-4a5d-902e-8c6ac95c56e8/2018969817585491968:e45591dcf5f0f47853c54d9bdb5f342e:0:0_page_3_inp_im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7953" y="2420838"/>
            <a:ext cx="707082" cy="73372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557" y="2420838"/>
            <a:ext cx="707082" cy="73372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957" y="2413992"/>
            <a:ext cx="731490" cy="73372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90575" y="647700"/>
            <a:ext cx="8109585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570"/>
              </a:lnSpc>
              <a:buNone/>
            </a:pPr>
            <a:r>
              <a:rPr lang="en-US" sz="3000" b="1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Introducción y Problemática</a:t>
            </a:r>
            <a:endParaRPr lang="en-US" sz="3000" dirty="0"/>
          </a:p>
        </p:txBody>
      </p:sp>
      <p:sp>
        <p:nvSpPr>
          <p:cNvPr id="7" name="Text 1"/>
          <p:cNvSpPr/>
          <p:nvPr/>
        </p:nvSpPr>
        <p:spPr>
          <a:xfrm>
            <a:off x="1114425" y="3314700"/>
            <a:ext cx="1483578" cy="30673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22C1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Contexto</a:t>
            </a:r>
            <a:endParaRPr lang="en-US" sz="1725" dirty="0"/>
          </a:p>
        </p:txBody>
      </p:sp>
      <p:sp>
        <p:nvSpPr>
          <p:cNvPr id="8" name="Text 2"/>
          <p:cNvSpPr/>
          <p:nvPr/>
        </p:nvSpPr>
        <p:spPr>
          <a:xfrm>
            <a:off x="4772025" y="3314700"/>
            <a:ext cx="1596628" cy="30673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22C1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Problema</a:t>
            </a:r>
            <a:endParaRPr lang="en-US" sz="1725" dirty="0"/>
          </a:p>
        </p:txBody>
      </p:sp>
      <p:sp>
        <p:nvSpPr>
          <p:cNvPr id="9" name="Text 3"/>
          <p:cNvSpPr/>
          <p:nvPr/>
        </p:nvSpPr>
        <p:spPr>
          <a:xfrm>
            <a:off x="8429625" y="3314700"/>
            <a:ext cx="14708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2C1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Solución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1114425" y="3924300"/>
            <a:ext cx="2587823" cy="83403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1928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Uso de datos abiertos</a:t>
            </a:r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1928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
</a:t>
            </a:r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1928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(OpenData) de la Junta</a:t>
            </a:r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1928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
</a:t>
            </a:r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1928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Castilla y León</a:t>
            </a:r>
            <a:endParaRPr lang="en-US" sz="1575" dirty="0"/>
          </a:p>
        </p:txBody>
      </p:sp>
      <p:sp>
        <p:nvSpPr>
          <p:cNvPr id="11" name="Text 5"/>
          <p:cNvSpPr/>
          <p:nvPr/>
        </p:nvSpPr>
        <p:spPr>
          <a:xfrm>
            <a:off x="4772025" y="3924300"/>
            <a:ext cx="2860328" cy="83403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1928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Dificultad para visualizar</a:t>
            </a:r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1928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
</a:t>
            </a:r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1928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 filtrar geográficamente</a:t>
            </a:r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1928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
</a:t>
            </a:r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1928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oferta de FP dispersa</a:t>
            </a:r>
            <a:endParaRPr lang="en-US" sz="1575" dirty="0"/>
          </a:p>
        </p:txBody>
      </p:sp>
      <p:sp>
        <p:nvSpPr>
          <p:cNvPr id="12" name="Text 6"/>
          <p:cNvSpPr/>
          <p:nvPr/>
        </p:nvSpPr>
        <p:spPr>
          <a:xfrm>
            <a:off x="8429625" y="3924300"/>
            <a:ext cx="2881313" cy="83403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1928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Plataforma web unificada</a:t>
            </a:r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1928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
</a:t>
            </a:r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1928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mapas interactivos</a:t>
            </a:r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1928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
</a:t>
            </a:r>
            <a:pPr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1928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para experiencia intuitiva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69817585491968:e45591dcf5f0f47853c54d9bdb5f342e:0:0/689b60e3-abc5-424a-b26b-97e3e77a9936/2018969817585491968:e45591dcf5f0f47853c54d9bdb5f342e:0:0_page_4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33400"/>
            <a:ext cx="568285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4125"/>
              </a:lnSpc>
              <a:buNone/>
            </a:pPr>
            <a:r>
              <a:rPr lang="en-US" sz="3300" b="1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Stack Tecnológico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2438980" y="1733550"/>
            <a:ext cx="19361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8082067" y="1733550"/>
            <a:ext cx="1999000" cy="36582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028170" y="4514850"/>
            <a:ext cx="2979658" cy="33144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 de Datos</a:t>
            </a:r>
            <a:endParaRPr lang="en-US" sz="2175" dirty="0"/>
          </a:p>
        </p:txBody>
      </p:sp>
      <p:sp>
        <p:nvSpPr>
          <p:cNvPr id="7" name="Text 4"/>
          <p:cNvSpPr/>
          <p:nvPr/>
        </p:nvSpPr>
        <p:spPr>
          <a:xfrm>
            <a:off x="7494746" y="4514850"/>
            <a:ext cx="3331845" cy="35436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790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Infraestructura</a:t>
            </a:r>
            <a:endParaRPr lang="en-US" sz="2325" dirty="0"/>
          </a:p>
        </p:txBody>
      </p:sp>
      <p:sp>
        <p:nvSpPr>
          <p:cNvPr id="8" name="Text 5"/>
          <p:cNvSpPr/>
          <p:nvPr/>
        </p:nvSpPr>
        <p:spPr>
          <a:xfrm>
            <a:off x="2533650" y="2457450"/>
            <a:ext cx="2063948" cy="149185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Next.js 14</a:t>
            </a:r>
            <a:pPr algn="ctr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</a:t>
            </a:r>
            <a:pPr algn="ctr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Tailwind CSS</a:t>
            </a:r>
            <a:pPr algn="ctr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Leaflet</a:t>
            </a:r>
            <a:endParaRPr lang="en-US" sz="2175" dirty="0"/>
          </a:p>
        </p:txBody>
      </p:sp>
      <p:sp>
        <p:nvSpPr>
          <p:cNvPr id="9" name="Text 6"/>
          <p:cNvSpPr/>
          <p:nvPr/>
        </p:nvSpPr>
        <p:spPr>
          <a:xfrm>
            <a:off x="7515225" y="2552700"/>
            <a:ext cx="3405188" cy="111889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Laravel 12 (API REST)</a:t>
            </a:r>
            <a:pPr algn="ctr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Laravel Sanctum</a:t>
            </a:r>
            <a:pPr algn="ctr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(Autenticación)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2245712" y="5467350"/>
            <a:ext cx="242655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PostgreSQL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7724775" y="5295900"/>
            <a:ext cx="2870746" cy="78462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089"/>
              </a:lnSpc>
              <a:buNone/>
            </a:pPr>
            <a:r>
              <a:rPr lang="en-US" sz="2175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Docker</a:t>
            </a:r>
            <a:pPr algn="ctr" indent="0" marL="0">
              <a:lnSpc>
                <a:spcPts val="3089"/>
              </a:lnSpc>
              <a:buNone/>
            </a:pPr>
            <a:r>
              <a:rPr lang="en-US" sz="2175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3089"/>
              </a:lnSpc>
              <a:buNone/>
            </a:pPr>
            <a:r>
              <a:rPr lang="en-US" sz="2175" dirty="0">
                <a:solidFill>
                  <a:srgbClr val="1928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Docker Compose</a:t>
            </a:r>
            <a:endParaRPr lang="en-US" sz="21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69817585491968:e45591dcf5f0f47853c54d9bdb5f342e:0:0/fcf16873-19af-45e6-a3bf-d88a4795b278/2018969817585491968:e45591dcf5f0f47853c54d9bdb5f342e:0:0_page_5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780" y="2900809"/>
            <a:ext cx="780157" cy="87094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180" y="2900809"/>
            <a:ext cx="682675" cy="91886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486" y="2921496"/>
            <a:ext cx="841177" cy="829717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57225" y="647700"/>
            <a:ext cx="5332958" cy="116115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4571"/>
              </a:lnSpc>
              <a:buNone/>
            </a:pPr>
            <a:r>
              <a:rPr lang="en-US" sz="3975" b="1" dirty="0">
                <a:solidFill>
                  <a:srgbClr val="0B09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Funcionalidades</a:t>
            </a:r>
            <a:pPr indent="0" marL="0">
              <a:lnSpc>
                <a:spcPts val="4571"/>
              </a:lnSpc>
              <a:buNone/>
            </a:pPr>
            <a:r>
              <a:rPr lang="en-US" sz="3975" b="1" dirty="0">
                <a:solidFill>
                  <a:srgbClr val="0B09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4571"/>
              </a:lnSpc>
              <a:buNone/>
            </a:pPr>
            <a:r>
              <a:rPr lang="en-US" sz="3975" b="1" dirty="0">
                <a:solidFill>
                  <a:srgbClr val="0B09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Clave (I) - Usuario</a:t>
            </a:r>
            <a:endParaRPr lang="en-US" sz="3975" dirty="0"/>
          </a:p>
        </p:txBody>
      </p:sp>
      <p:sp>
        <p:nvSpPr>
          <p:cNvPr id="7" name="Text 1"/>
          <p:cNvSpPr/>
          <p:nvPr/>
        </p:nvSpPr>
        <p:spPr>
          <a:xfrm>
            <a:off x="1571625" y="4000500"/>
            <a:ext cx="1959173" cy="82302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89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Buscador</a:t>
            </a:r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89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89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Avanzado</a:t>
            </a:r>
            <a:endParaRPr lang="en-US" sz="2700" dirty="0"/>
          </a:p>
        </p:txBody>
      </p:sp>
      <p:sp>
        <p:nvSpPr>
          <p:cNvPr id="8" name="Text 2"/>
          <p:cNvSpPr/>
          <p:nvPr/>
        </p:nvSpPr>
        <p:spPr>
          <a:xfrm>
            <a:off x="5229225" y="4000500"/>
            <a:ext cx="212690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625" b="1" dirty="0">
                <a:solidFill>
                  <a:srgbClr val="00BC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Mapa</a:t>
            </a:r>
            <a:pPr algn="ctr" indent="0" marL="0">
              <a:lnSpc>
                <a:spcPts val="3150"/>
              </a:lnSpc>
              <a:buNone/>
            </a:pPr>
            <a:r>
              <a:rPr lang="en-US" sz="2625" b="1" dirty="0">
                <a:solidFill>
                  <a:srgbClr val="00BC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3150"/>
              </a:lnSpc>
              <a:buNone/>
            </a:pPr>
            <a:r>
              <a:rPr lang="en-US" sz="2625" b="1" dirty="0">
                <a:solidFill>
                  <a:srgbClr val="00BC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Interactivo</a:t>
            </a:r>
            <a:endParaRPr lang="en-US" sz="2625" dirty="0"/>
          </a:p>
        </p:txBody>
      </p:sp>
      <p:sp>
        <p:nvSpPr>
          <p:cNvPr id="9" name="Text 3"/>
          <p:cNvSpPr/>
          <p:nvPr/>
        </p:nvSpPr>
        <p:spPr>
          <a:xfrm>
            <a:off x="9258300" y="4000500"/>
            <a:ext cx="1487686" cy="7771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E64A1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</a:t>
            </a:r>
            <a:pPr algn="ctr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E64A1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E64A1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Perfil</a:t>
            </a:r>
            <a:endParaRPr lang="en-US" sz="2550" dirty="0"/>
          </a:p>
        </p:txBody>
      </p:sp>
      <p:sp>
        <p:nvSpPr>
          <p:cNvPr id="10" name="Text 4"/>
          <p:cNvSpPr/>
          <p:nvPr/>
        </p:nvSpPr>
        <p:spPr>
          <a:xfrm>
            <a:off x="1323975" y="4895850"/>
            <a:ext cx="256698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09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Filtrado por ciclo,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09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09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familia profesional y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09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09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provincia.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5019675" y="4895850"/>
            <a:ext cx="2629793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B09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Geolocalización visual</a:t>
            </a:r>
            <a:pPr algn="ctr"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B09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B09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todos los centros</a:t>
            </a:r>
            <a:pPr algn="ctr"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B09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B09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educativos.</a:t>
            </a:r>
            <a:endParaRPr lang="en-US" sz="1725" dirty="0"/>
          </a:p>
        </p:txBody>
      </p:sp>
      <p:sp>
        <p:nvSpPr>
          <p:cNvPr id="12" name="Text 6"/>
          <p:cNvSpPr/>
          <p:nvPr/>
        </p:nvSpPr>
        <p:spPr>
          <a:xfrm>
            <a:off x="8429625" y="4895850"/>
            <a:ext cx="3394621" cy="72017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0B09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 usuarios, subida de</a:t>
            </a:r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0B09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0B09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de perfil y recuperación de</a:t>
            </a:r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0B09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0B09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contraseña vía email.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69817585491968:e45591dcf5f0f47853c54d9bdb5f342e:1:0/60ab1f1b-1ab9-49a3-9800-819d57367c6c/2018969817585491968:e45591dcf5f0f47853c54d9bdb5f342e:1:0_page_6_inp_img_lama_ref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90" y="5349180"/>
            <a:ext cx="682675" cy="6858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290" y="2619673"/>
            <a:ext cx="889992" cy="98062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267" y="3017490"/>
            <a:ext cx="670471" cy="24675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592" y="2571750"/>
            <a:ext cx="438894" cy="6858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71525" y="257175"/>
            <a:ext cx="5353943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9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Funcionalidades Clave</a:t>
            </a:r>
            <a:pPr indent="0" marL="0">
              <a:lnSpc>
                <a:spcPts val="39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39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(II) - Datos</a:t>
            </a:r>
            <a:endParaRPr lang="en-US" sz="3000" dirty="0"/>
          </a:p>
        </p:txBody>
      </p:sp>
      <p:sp>
        <p:nvSpPr>
          <p:cNvPr id="8" name="Text 1"/>
          <p:cNvSpPr/>
          <p:nvPr/>
        </p:nvSpPr>
        <p:spPr>
          <a:xfrm>
            <a:off x="1019175" y="1943100"/>
            <a:ext cx="5305663" cy="34677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006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Sincronización Automática</a:t>
            </a:r>
            <a:endParaRPr lang="en-US" sz="2100" dirty="0"/>
          </a:p>
        </p:txBody>
      </p:sp>
      <p:sp>
        <p:nvSpPr>
          <p:cNvPr id="9" name="Text 2"/>
          <p:cNvSpPr/>
          <p:nvPr/>
        </p:nvSpPr>
        <p:spPr>
          <a:xfrm>
            <a:off x="1019175" y="4781550"/>
            <a:ext cx="4953655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633"/>
              </a:lnSpc>
              <a:buNone/>
            </a:pPr>
            <a:r>
              <a:rPr lang="en-US" sz="2025" b="1" dirty="0">
                <a:solidFill>
                  <a:srgbClr val="006A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Paginación y Rendimiento</a:t>
            </a:r>
            <a:endParaRPr lang="en-US" sz="2025" dirty="0"/>
          </a:p>
        </p:txBody>
      </p:sp>
      <p:sp>
        <p:nvSpPr>
          <p:cNvPr id="10" name="Text 3"/>
          <p:cNvSpPr/>
          <p:nvPr/>
        </p:nvSpPr>
        <p:spPr>
          <a:xfrm>
            <a:off x="9801225" y="2838450"/>
            <a:ext cx="103718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b="1" dirty="0">
                <a:solidFill>
                  <a:srgbClr val="13A8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 de</a:t>
            </a:r>
            <a:pPr indent="0" marL="0">
              <a:lnSpc>
                <a:spcPts val="2063"/>
              </a:lnSpc>
              <a:buNone/>
            </a:pPr>
            <a:r>
              <a:rPr lang="en-US" sz="1650" b="1" dirty="0">
                <a:solidFill>
                  <a:srgbClr val="13A8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2063"/>
              </a:lnSpc>
              <a:buNone/>
            </a:pPr>
            <a:r>
              <a:rPr lang="en-US" sz="1650" b="1" dirty="0">
                <a:solidFill>
                  <a:srgbClr val="13A8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Datos</a:t>
            </a:r>
            <a:endParaRPr lang="en-US" sz="1650" dirty="0"/>
          </a:p>
        </p:txBody>
      </p:sp>
      <p:sp>
        <p:nvSpPr>
          <p:cNvPr id="11" name="Text 4"/>
          <p:cNvSpPr/>
          <p:nvPr/>
        </p:nvSpPr>
        <p:spPr>
          <a:xfrm>
            <a:off x="1809750" y="3238500"/>
            <a:ext cx="1424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3A8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OpenData</a:t>
            </a:r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3A8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3A89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Junta CYL</a:t>
            </a:r>
            <a:endParaRPr lang="en-US" sz="1800" dirty="0"/>
          </a:p>
        </p:txBody>
      </p:sp>
      <p:sp>
        <p:nvSpPr>
          <p:cNvPr id="12" name="Text 5"/>
          <p:cNvSpPr/>
          <p:nvPr/>
        </p:nvSpPr>
        <p:spPr>
          <a:xfrm>
            <a:off x="1809750" y="5429250"/>
            <a:ext cx="7883128" cy="34781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3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Visualización optimizada de grandes conjuntos de datos</a:t>
            </a:r>
            <a:endParaRPr lang="en-US" sz="1650" dirty="0"/>
          </a:p>
        </p:txBody>
      </p:sp>
      <p:sp>
        <p:nvSpPr>
          <p:cNvPr id="13" name="Text 6"/>
          <p:cNvSpPr/>
          <p:nvPr/>
        </p:nvSpPr>
        <p:spPr>
          <a:xfrm>
            <a:off x="4619625" y="2990850"/>
            <a:ext cx="3759220" cy="36373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864"/>
              </a:lnSpc>
              <a:buNone/>
            </a:pPr>
            <a:r>
              <a:rPr lang="en-US" sz="1725" dirty="0">
                <a:solidFill>
                  <a:srgbClr val="F76C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artisan opendata:sync</a:t>
            </a:r>
            <a:endParaRPr lang="en-US" sz="1725" dirty="0"/>
          </a:p>
        </p:txBody>
      </p:sp>
      <p:sp>
        <p:nvSpPr>
          <p:cNvPr id="14" name="Text 7"/>
          <p:cNvSpPr/>
          <p:nvPr/>
        </p:nvSpPr>
        <p:spPr>
          <a:xfrm>
            <a:off x="1933575" y="2828925"/>
            <a:ext cx="1592461" cy="36343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431"/>
              </a:lnSpc>
              <a:buNone/>
            </a:pPr>
            <a:r>
              <a:rPr lang="en-US" sz="1350" b="1" dirty="0">
                <a:solidFill>
                  <a:srgbClr val="292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Junta de</a:t>
            </a:r>
            <a:pPr indent="0" marL="0">
              <a:lnSpc>
                <a:spcPts val="1431"/>
              </a:lnSpc>
              <a:buNone/>
            </a:pPr>
            <a:r>
              <a:rPr lang="en-US" sz="1350" b="1" dirty="0">
                <a:solidFill>
                  <a:srgbClr val="292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
</a:t>
            </a:r>
            <a:pPr indent="0" marL="0">
              <a:lnSpc>
                <a:spcPts val="1431"/>
              </a:lnSpc>
              <a:buNone/>
            </a:pPr>
            <a:r>
              <a:rPr lang="en-US" sz="1350" b="1" dirty="0">
                <a:solidFill>
                  <a:srgbClr val="292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Castilla y León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8086725" y="3771900"/>
            <a:ext cx="3729930" cy="110430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Comandos personalizados</a:t>
            </a:r>
            <a:pPr algn="ctr" indent="0" marL="0">
              <a:lnSpc>
                <a:spcPts val="21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1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Laravel para ingesta y actualiza-</a:t>
            </a:r>
            <a:pPr algn="ctr" indent="0" marL="0">
              <a:lnSpc>
                <a:spcPts val="21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1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ción automática desde fuentes</a:t>
            </a:r>
            <a:pPr algn="ctr" indent="0" marL="0">
              <a:lnSpc>
                <a:spcPts val="21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17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oficiales</a:t>
            </a:r>
            <a:endParaRPr lang="en-US" sz="15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cture-search.skywork.ai/aippt/image/sheet/2018969817585491968:e45591dcf5f0f47853c54d9bdb5f342e:1:0/279a4bbf-25dc-4f94-bed1-bbb51f9e0dee/2018969817585491968:e45591dcf5f0f47853c54d9bdb5f342e:1:0_page_7_inp_im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965" y="2413992"/>
            <a:ext cx="719286" cy="83656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180" y="2434530"/>
            <a:ext cx="731490" cy="84340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377" y="2448223"/>
            <a:ext cx="828973" cy="80917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57225" y="533400"/>
            <a:ext cx="3719512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Conclusiones</a:t>
            </a:r>
            <a:pPr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 Futuro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1751752" y="3429000"/>
            <a:ext cx="1496080" cy="35436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790"/>
              </a:lnSpc>
              <a:buNone/>
            </a:pPr>
            <a:r>
              <a:rPr lang="en-US" sz="2325" b="1" dirty="0">
                <a:solidFill>
                  <a:srgbClr val="008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Logros</a:t>
            </a:r>
            <a:endParaRPr lang="en-US" sz="2325" dirty="0"/>
          </a:p>
        </p:txBody>
      </p:sp>
      <p:sp>
        <p:nvSpPr>
          <p:cNvPr id="8" name="Text 2"/>
          <p:cNvSpPr/>
          <p:nvPr/>
        </p:nvSpPr>
        <p:spPr>
          <a:xfrm>
            <a:off x="4828416" y="3429000"/>
            <a:ext cx="2866608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0B2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Aprendizaje</a:t>
            </a:r>
            <a:endParaRPr lang="en-US" sz="2550" dirty="0"/>
          </a:p>
        </p:txBody>
      </p:sp>
      <p:sp>
        <p:nvSpPr>
          <p:cNvPr id="9" name="Text 3"/>
          <p:cNvSpPr/>
          <p:nvPr/>
        </p:nvSpPr>
        <p:spPr>
          <a:xfrm>
            <a:off x="9070181" y="3429000"/>
            <a:ext cx="1571625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D354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Futuro</a:t>
            </a:r>
            <a:endParaRPr lang="en-US" sz="2550" dirty="0"/>
          </a:p>
        </p:txBody>
      </p:sp>
      <p:sp>
        <p:nvSpPr>
          <p:cNvPr id="10" name="Text 4"/>
          <p:cNvSpPr/>
          <p:nvPr/>
        </p:nvSpPr>
        <p:spPr>
          <a:xfrm>
            <a:off x="1200150" y="4133850"/>
            <a:ext cx="3164086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Integración exitosa de</a:t>
            </a:r>
            <a:pPr algn="ctr" indent="0" marL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arquitecturas modernas</a:t>
            </a:r>
            <a:pPr algn="ctr" indent="0" marL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(Next.js + Laravel)</a:t>
            </a:r>
            <a:endParaRPr lang="en-US" sz="1875" dirty="0"/>
          </a:p>
        </p:txBody>
      </p:sp>
      <p:sp>
        <p:nvSpPr>
          <p:cNvPr id="11" name="Text 5"/>
          <p:cNvSpPr/>
          <p:nvPr/>
        </p:nvSpPr>
        <p:spPr>
          <a:xfrm>
            <a:off x="1447800" y="5219700"/>
            <a:ext cx="257740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Despliegue robusto</a:t>
            </a:r>
            <a:pPr algn="ctr" indent="0" marL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Docker</a:t>
            </a:r>
            <a:endParaRPr lang="en-US" sz="1875" dirty="0"/>
          </a:p>
        </p:txBody>
      </p:sp>
      <p:sp>
        <p:nvSpPr>
          <p:cNvPr id="12" name="Text 6"/>
          <p:cNvSpPr/>
          <p:nvPr/>
        </p:nvSpPr>
        <p:spPr>
          <a:xfrm>
            <a:off x="5124450" y="4133850"/>
            <a:ext cx="228406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Manejo de datos</a:t>
            </a:r>
            <a:pPr algn="ctr" indent="0" marL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geoespaciales</a:t>
            </a:r>
            <a:endParaRPr lang="en-US" sz="1875" dirty="0"/>
          </a:p>
        </p:txBody>
      </p:sp>
      <p:sp>
        <p:nvSpPr>
          <p:cNvPr id="13" name="Text 7"/>
          <p:cNvSpPr/>
          <p:nvPr/>
        </p:nvSpPr>
        <p:spPr>
          <a:xfrm>
            <a:off x="4975771" y="5219700"/>
            <a:ext cx="3155752" cy="28485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Autenticación segura</a:t>
            </a:r>
            <a:endParaRPr lang="en-US" sz="1725" dirty="0"/>
          </a:p>
        </p:txBody>
      </p:sp>
      <p:sp>
        <p:nvSpPr>
          <p:cNvPr id="14" name="Text 8"/>
          <p:cNvSpPr/>
          <p:nvPr/>
        </p:nvSpPr>
        <p:spPr>
          <a:xfrm>
            <a:off x="8421826" y="4133850"/>
            <a:ext cx="3293983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 de favoritos</a:t>
            </a:r>
            <a:endParaRPr lang="en-US" sz="1875" dirty="0"/>
          </a:p>
        </p:txBody>
      </p:sp>
      <p:sp>
        <p:nvSpPr>
          <p:cNvPr id="15" name="Text 9"/>
          <p:cNvSpPr/>
          <p:nvPr/>
        </p:nvSpPr>
        <p:spPr>
          <a:xfrm>
            <a:off x="8782050" y="4648200"/>
            <a:ext cx="3048893" cy="59442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Comparador de centros</a:t>
            </a:r>
            <a:pPr algn="ctr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tró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8820150" y="5505450"/>
            <a:ext cx="2137321" cy="56971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Notificaciones de</a:t>
            </a:r>
            <a:pPr algn="ctr"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algn="ctr"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plazas vacantes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2026-02-04T08:51:14Z</dcterms:created>
  <dcterms:modified xsi:type="dcterms:W3CDTF">2026-02-04T08:51:14Z</dcterms:modified>
</cp:coreProperties>
</file>